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B399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 API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Technical Review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600200" cy="320040"/>
          </a:xfrm>
          <a:prstGeom prst="roundRect">
            <a:avLst>
              <a:gd name="adj" fmla="val 17143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274320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 LLM)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77640" y="274320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2743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Vector Search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· Privacy-first · Zero API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 1.0  ·  .NET 8.0 Minimal APIs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0292" cy="3520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242316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over custom Markdown knowledge bases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context-grounded answers with source attribution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endpoint — simple, REST-native integration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50292" cy="3520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453896"/>
            <a:ext cx="242316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locally — no data leaves the machine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costs (no OpenAI / Anthropic fees)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air-gapped or on-prem enterprise environments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50292" cy="3520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453896"/>
            <a:ext cx="242316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.NET-native RAG as a viable Python alternative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production-grade service architecture (DI, typed clients)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SIMD vector search for retrieval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Dependencies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7899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0292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43584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56232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Minimal APIs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56232" y="14264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binding, DI container, typed HTTP client factory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8503920" cy="640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92224"/>
            <a:ext cx="50292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956816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568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56232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(nomic-embed-text + qwen2:1.5b)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56232" y="21396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 &amp; chat model — no external API calls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05456"/>
            <a:ext cx="50292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670048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70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56232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Markdig 0.37.0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56232" y="28529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→ HTML → plain text via custom DOM walker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18688"/>
            <a:ext cx="8503920" cy="640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18688"/>
            <a:ext cx="50292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383280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383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56232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SIMD In-Memory Store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56232" y="3566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AVX2/AVX-512 cosine similarity via System.Numerics.Vector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31920"/>
            <a:ext cx="50292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4096512"/>
            <a:ext cx="1325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096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Swashbuckle / Swagger UI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56232" y="42793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OpenAPI schema, browsable 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Document Indexing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25880"/>
            <a:ext cx="1536192" cy="2651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435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Scrape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2316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Documents/ folder, collects all .md files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251460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1325880"/>
            <a:ext cx="1536192" cy="2651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35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Strip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42316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Markdig → HTML → plain text via state-machine filter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251460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785616" y="1325880"/>
            <a:ext cx="1536192" cy="2651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435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58768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Chunking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8768" y="242316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500-char chunks, breaks at ¶ or sentence boundary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21808" y="251460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541264" y="1325880"/>
            <a:ext cx="1536192" cy="2651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1435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07161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14416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via Ollama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4416" y="242316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768-float vector (nomic-embed-text)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77456" y="251460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296912" y="1325880"/>
            <a:ext cx="1536192" cy="2651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7264" y="1435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827264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70064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VectorDB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70064" y="242316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source + chunk-index + float[] saved in memory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application startup via DocumentIndexingService (IHostedService)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RAG Query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→ 768-float vector via nomic-embed-text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99616" y="244602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344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020824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82496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against all chunks; top-K=3 selected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07792" y="244602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90672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90672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joined with [Source: file.md] tags; max 4 000 chars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244602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425696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37176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98848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98848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enforces 'no hallucination' constraints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24144" y="244602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5833872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07024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07024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qwen2:1.5b produces answer via Ollama /api/chat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32320" y="2446020"/>
            <a:ext cx="274320" cy="274320"/>
          </a:xfrm>
          <a:prstGeom prst="rightArrow">
            <a:avLst/>
          </a:prstGeom>
          <a:solidFill>
            <a:srgbClr val="4FC3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242048" y="1371600"/>
            <a:ext cx="1298448" cy="24231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53528" y="1481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653528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0" y="2029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468880"/>
            <a:ext cx="115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answer + source file list as JSON (200 OK)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4622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 →  RagService.AskAsync()  →  ChatResponse { question, answer, sources[]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3886200" cy="3840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3749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RagApi/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Documents/        ← knowledge base (.md)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ChatRequest.cs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ChatResponse.cs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DocumentChunk.cs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OllamaModels.cs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OllamaEmbeddingService.cs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OllamaLlmService.cs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VectorStoreService.cs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RagService.cs  ← orchestrator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DocumentIndexingService.cs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Program.cs       ← composition 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Dockerfile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43400" y="1005840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0" y="1005840"/>
            <a:ext cx="50292" cy="6583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4471416" y="1051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RagService.cs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71416" y="13350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orchestrator — embeds query, searches, builds context, calls LLM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755648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755648"/>
            <a:ext cx="50292" cy="6583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1801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VectorStoreService.cs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71416" y="2084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SIMD-accelerated cosine similarity search across all chunks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2505456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505456"/>
            <a:ext cx="50292" cy="6583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471416" y="25511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DocumentIndexingService.cs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71416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IHostedService — auto-runs indexing pipeline at startup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3255264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3255264"/>
            <a:ext cx="50292" cy="6583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4471416" y="3300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OllamaEmbeddingService.cs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71416" y="3584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HTTP client wrapper for Ollama /api/embeddings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4005072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43400" y="4005072"/>
            <a:ext cx="50292" cy="6583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4050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TextChunkingService.cs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71416" y="4334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splitter — finds ¶ / sentence boundaries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0690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" cy="2331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Hardware Acceleration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38404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System.Numerics.Vector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AVX2/AVX-512: processes 4–8 floats per CPU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fallback for non-AVX hardware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0690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005840"/>
            <a:ext cx="50292" cy="2331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78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Text Chunking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08176"/>
            <a:ext cx="38404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500-char limit with 50-char overlap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back for ¶ break → sentence end → word 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mid-sentence cuts that hurt retrieval 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40690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74720"/>
            <a:ext cx="50292" cy="2331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547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 Guard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877056"/>
            <a:ext cx="38404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Top-K=3 chunks concatenated with [Source: X] labels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at 4 000 chars prevents LLM context overflow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list returned to client for citation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40690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3474720"/>
            <a:ext cx="50292" cy="2331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547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HTTP Clients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877056"/>
            <a:ext cx="38404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IEmbeddingService / ILlmService abstractions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timeout handles cold-start on consumer CPUs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IHttpClientFactory manages socket lifetime &amp; DNS refresh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43891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/chat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0058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natural-language question through the full RAG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114800" cy="2103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09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(application/json)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"What are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 lifetimes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ASP.NET Core?"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72768"/>
            <a:ext cx="4251960" cy="2103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609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(200 OK)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"Transient, Scoped,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Singleton.",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"dependency-injection.md"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8503920" cy="384048"/>
          </a:xfrm>
          <a:prstGeom prst="rect">
            <a:avLst/>
          </a:prstGeom>
          <a:solidFill>
            <a:srgbClr val="2B39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73075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"Healthy",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"indexedChunks": 31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Settings (appsettings.json)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23774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24912" y="1005840"/>
            <a:ext cx="201168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816352" y="1005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64024" y="1005840"/>
            <a:ext cx="39776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00584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3898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LlmProvider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24912" y="1389888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816352" y="13898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389888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55464" y="1389888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inference backend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773936"/>
            <a:ext cx="23774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77393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Ollama:BaseUrl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24912" y="1773936"/>
            <a:ext cx="201168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2816352" y="17739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http://localhost:11434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64024" y="1773936"/>
            <a:ext cx="39776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1773936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daemon network endpoint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157984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15798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Ollama:EmbeddingModel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2157984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64024" y="2157984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55464" y="2157984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768-dim vector generation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542032"/>
            <a:ext cx="23774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54203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Ollama:ChatModel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24912" y="2542032"/>
            <a:ext cx="201168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352" y="25420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qwen2:1.5b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4024" y="2542032"/>
            <a:ext cx="39776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2542032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answer generation (swappable)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26080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292608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Rag:DocumentsPath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926080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816352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64024" y="2926080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292608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containing Markdown knowledge base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310128"/>
            <a:ext cx="23774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33101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Rag:ChunkSize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24912" y="3310128"/>
            <a:ext cx="201168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44" name="Text 42"/>
          <p:cNvSpPr/>
          <p:nvPr/>
        </p:nvSpPr>
        <p:spPr>
          <a:xfrm>
            <a:off x="2816352" y="33101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64024" y="3310128"/>
            <a:ext cx="39776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4855464" y="3310128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characters per indexed text segment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694176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369417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Rag:ChunkOverlap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24912" y="3694176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816352" y="369417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chars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64024" y="3694176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855464" y="3694176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consecutive chunks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078224"/>
            <a:ext cx="23774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0782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Rag:TopK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24912" y="4078224"/>
            <a:ext cx="201168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56" name="Text 54"/>
          <p:cNvSpPr/>
          <p:nvPr/>
        </p:nvSpPr>
        <p:spPr>
          <a:xfrm>
            <a:off x="2816352" y="407822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64024" y="4078224"/>
            <a:ext cx="3977640" cy="384048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58" name="Text 56"/>
          <p:cNvSpPr/>
          <p:nvPr/>
        </p:nvSpPr>
        <p:spPr>
          <a:xfrm>
            <a:off x="4855464" y="4078224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chunks injected into LLM context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663440" cy="3657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(Multi-Stage Build)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448056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Stage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mcr.microsoft.com/dotnet/sdk:8.0 AS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/src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["RagApi.csproj", "./"]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dotnet restore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dotnet publish -c Release -o /app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Stage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mcr.microsoft.com/dotnet/aspnet:8.0 AS final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["dotnet", "RagApi.dll"]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37033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005840"/>
            <a:ext cx="50292" cy="115214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0789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140817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rag-api 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5000:5000 rag-api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2249424"/>
            <a:ext cx="37033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2249424"/>
            <a:ext cx="50292" cy="115214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3225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Host Ollama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51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Ollama__BaseUrl=http://host.docker.internal:11434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on host; API in container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493008"/>
            <a:ext cx="37033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3493008"/>
            <a:ext cx="50292" cy="115214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5661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8953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container (Ollama sidecar)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with separate Ollama service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air-gapped — no internet needed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B399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4FC3F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 pipeline in pure .NET — no Python dependency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with Ollama: zero API costs, full data privacy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cosine similarity delivers fast in-memory retrieval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chunking preserves semantic context across segments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DI, typed HTTP clients, Docker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+ /health endpoint for easy operational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RAG POC  ·  v1.0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Chat API – Technical Review</dc:title>
  <dc:subject>PptxGenJS Presentation</dc:subject>
  <dc:creator>PptxGenJS</dc:creator>
  <cp:lastModifiedBy>PptxGenJS</cp:lastModifiedBy>
  <cp:revision>1</cp:revision>
  <dcterms:created xsi:type="dcterms:W3CDTF">2026-06-07T17:11:52Z</dcterms:created>
  <dcterms:modified xsi:type="dcterms:W3CDTF">2026-06-07T17:11:52Z</dcterms:modified>
</cp:coreProperties>
</file>